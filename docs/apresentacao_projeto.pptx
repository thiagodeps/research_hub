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Hub </a:t>
            </a:r>
          </a:p>
          <a:p>
            <a:r>
              <a:t>Curadoria de Dados Acadêmicos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[Nome do Apresentador / Equipe]</a:t>
            </a:r>
          </a:p>
          <a:p>
            <a:r>
              <a:t>[Data]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Research 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Research Hub é uma ferramenta desktop voltada para a curadoria de dados acadêmicos.</a:t>
            </a:r>
          </a:p>
          <a:p/>
          <a:p>
            <a:r>
              <a:t>- Recebe o pacote exports_canonical.zip do DataLake.</a:t>
            </a:r>
          </a:p>
          <a:p>
            <a:r>
              <a:t>- Permite corrigir, fundir e vincular registros.</a:t>
            </a:r>
          </a:p>
          <a:p>
            <a:r>
              <a:t>- Exporta o pacote de volta, preservando intactos os arquivos não gerenciados.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Aplicativo de processo único: sem servidor externo, sem navegador dependente, sem Python, sem rede.</a:t>
            </a:r>
          </a:p>
          <a:p/>
          <a:p>
            <a:r>
              <a:t>- Núcleo: Rust + Tauri 2.0 (Gerencia a janela e comunicação via IPC)</a:t>
            </a:r>
          </a:p>
          <a:p>
            <a:r>
              <a:t>- Banco de Dados: SQLite (rusqlite, embarcado em arquivo único)</a:t>
            </a:r>
          </a:p>
          <a:p>
            <a:r>
              <a:t>- Manipulação de Dados: arrow-rs / polars para leitura e escrita de .parquet</a:t>
            </a:r>
          </a:p>
          <a:p>
            <a:r>
              <a:t>- Front-end: Astro + React + Tailwind (Compilado estaticamente e embutido no binário)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Evolução (Migração Web para Desktop)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 que deixamos de ser uma aplicação web (Python + FastAPI)?</a:t>
            </a:r>
          </a:p>
          <a:p/>
          <a:p>
            <a:r>
              <a:t>- Simplicidade de Distribuição: Fim da necessidade de gerenciar venv, múltiplos processos e variáveis de ambiente.</a:t>
            </a:r>
          </a:p>
          <a:p>
            <a:r>
              <a:t>- Eficiência: Eliminação da camada HTTP inteira, do CORS, do upload multipart.</a:t>
            </a:r>
          </a:p>
          <a:p>
            <a:r>
              <a:t>- Foco no Usuário: O perfil de uso é de um aplicativo de desktop local monousuário, logo, a arquitetura deve refletir isso (banco local e operação sem rede).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Trabalho do Curador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Entrar: Login único local (admin@admin.com).</a:t>
            </a:r>
          </a:p>
          <a:p>
            <a:r>
              <a:t>2. Importar: Seleção ou drag-and-drop do exports_canonical.zip. A base anterior recebe backup automático.</a:t>
            </a:r>
          </a:p>
          <a:p>
            <a:r>
              <a:t>3. Curar: Busca, edição, fusão de duplicatas e criação de vínculos.</a:t>
            </a:r>
          </a:p>
          <a:p>
            <a:r>
              <a:t>4. Exportar: Geração do ZIP final com tipos de dados restaurados e arquivos não gerenciados mantidos bit a bit.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Domínios de Dados (Entidades)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sistema suporta 15 entidades acadêmicas mapeadas:</a:t>
            </a:r>
          </a:p>
          <a:p>
            <a:r>
              <a:t>- Pesquisadores, Alunos, Grupos de Pesquisa</a:t>
            </a:r>
          </a:p>
          <a:p>
            <a:r>
              <a:t>- Iniciativas, Premiações, Produções Científicas</a:t>
            </a:r>
          </a:p>
          <a:p>
            <a:r>
              <a:t>- Áreas de Conhecimento, Orientações, Organizações</a:t>
            </a:r>
          </a:p>
          <a:p>
            <a:r>
              <a:t>- Atividades Profissionais, Campus, Proficiências</a:t>
            </a:r>
          </a:p>
          <a:p>
            <a:r>
              <a:t>- Bolsas, Idiomas e Artigos</a:t>
            </a:r>
          </a:p>
          <a:p/>
          <a:p>
            <a:r>
              <a:t>Tabelas associativas não são utilizadas; relacionamentos são mantidos em colunas de arrays JSON, facilitando o consumo em pipelines de Big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e Instalação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Binários nativos para os principais sistemas operacionais, dispensando pré-requisitos como Node ou Python:</a:t>
            </a:r>
          </a:p>
          <a:p/>
          <a:p>
            <a:r>
              <a:t>- Linux: .deb, .rpm, .AppImage</a:t>
            </a:r>
          </a:p>
          <a:p>
            <a:r>
              <a:t>- Windows: .exe (MSI/NSIS)</a:t>
            </a:r>
          </a:p>
          <a:p/>
          <a:p>
            <a:r>
              <a:t>Toda persistência ocorre diretamente no diretório de dados do SO (~/.local/share ou %APPDATA%), garantindo backup trivial (basta copiar um arquivo).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Research Hub consolida o trabalho de curadoria de dados em um ambiente focado, rápido e de distribuição contida.</a:t>
            </a:r>
          </a:p>
          <a:p/>
          <a:p>
            <a:r>
              <a:t>- Maior robustez na ingestão de dados.</a:t>
            </a:r>
          </a:p>
          <a:p>
            <a:r>
              <a:t>- Experiência nativa e offline.</a:t>
            </a:r>
          </a:p>
          <a:p>
            <a:r>
              <a:t>- Facilidade de manutenção e distribuição.</a:t>
            </a:r>
          </a:p>
          <a:p/>
          <a:p>
            <a:r>
              <a:t>Obrigado! 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